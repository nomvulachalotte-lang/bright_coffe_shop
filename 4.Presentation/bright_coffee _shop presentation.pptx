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3149C-2C35-44C7-B0AF-064C97EC0162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9511-31F1-4F43-85BD-59212FB8A5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482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3149C-2C35-44C7-B0AF-064C97EC0162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9511-31F1-4F43-85BD-59212FB8A5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689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3149C-2C35-44C7-B0AF-064C97EC0162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9511-31F1-4F43-85BD-59212FB8A5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605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3149C-2C35-44C7-B0AF-064C97EC0162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9511-31F1-4F43-85BD-59212FB8A5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726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3149C-2C35-44C7-B0AF-064C97EC0162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9511-31F1-4F43-85BD-59212FB8A5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989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3149C-2C35-44C7-B0AF-064C97EC0162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9511-31F1-4F43-85BD-59212FB8A5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76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3149C-2C35-44C7-B0AF-064C97EC0162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9511-31F1-4F43-85BD-59212FB8A5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708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3149C-2C35-44C7-B0AF-064C97EC0162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9511-31F1-4F43-85BD-59212FB8A5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739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3149C-2C35-44C7-B0AF-064C97EC0162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9511-31F1-4F43-85BD-59212FB8A5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996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3149C-2C35-44C7-B0AF-064C97EC0162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9511-31F1-4F43-85BD-59212FB8A5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1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3149C-2C35-44C7-B0AF-064C97EC0162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9511-31F1-4F43-85BD-59212FB8A5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626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3149C-2C35-44C7-B0AF-064C97EC0162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E9511-31F1-4F43-85BD-59212FB8A5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507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C:\Users\USER\Downloads\slide-0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7175" y="0"/>
            <a:ext cx="121983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40738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ownloads\slide-0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7175" y="0"/>
            <a:ext cx="121983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42970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USER\Downloads\slide-0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7175" y="0"/>
            <a:ext cx="121983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045137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USER\Downloads\slide-0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7175" y="0"/>
            <a:ext cx="121983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639577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USER\Downloads\slide-05 (2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7175" y="0"/>
            <a:ext cx="121983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819837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USER\Downloads\slide-0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7175" y="0"/>
            <a:ext cx="121983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6298729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USER\Downloads\slide-07 (1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7175" y="0"/>
            <a:ext cx="121983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872990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:\Users\USER\Downloads\slide-08 (1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7175" y="0"/>
            <a:ext cx="121983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9666442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C:\Users\USER\Downloads\slide-0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7175" y="0"/>
            <a:ext cx="121983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3141541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C:\Users\USER\Downloads\slide-10 (1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7175" y="0"/>
            <a:ext cx="121983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4655498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C:\Users\USER\Downloads\slide-1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7175" y="0"/>
            <a:ext cx="121983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5395516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C:\Users\USER\Downloads\slide-1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7175" y="0"/>
            <a:ext cx="121983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6010656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C:\Users\USER\Downloads\slide-1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7175" y="0"/>
            <a:ext cx="121983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70882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85021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On-screen Show (4:3)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</cp:revision>
  <dcterms:created xsi:type="dcterms:W3CDTF">2026-07-28T19:20:25Z</dcterms:created>
  <dcterms:modified xsi:type="dcterms:W3CDTF">2026-07-28T19:34:28Z</dcterms:modified>
</cp:coreProperties>
</file>